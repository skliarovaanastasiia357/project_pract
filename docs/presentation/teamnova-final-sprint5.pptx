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6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NOVA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12014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4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TEAMNOVA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4128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1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5 final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1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1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2D313A"/>
          </a:solidFill>
          <a:ln w="12700">
            <a:solidFill>
              <a:srgbClr val="2D3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TEAMNOVA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Финальная версия MVP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3127248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C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Спринт 5 · 15.05–28.05 · платформа для подбора участников и формирования IT-команд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83480" y="914400"/>
            <a:ext cx="6263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83480" y="914400"/>
            <a:ext cx="73152" cy="1051560"/>
          </a:xfrm>
          <a:prstGeom prst="rect">
            <a:avLst/>
          </a:prstGeom>
          <a:solidFill>
            <a:srgbClr val="48A7FF"/>
          </a:solidFill>
          <a:ln w="12700">
            <a:solidFill>
              <a:srgbClr val="48A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84648" y="1060704"/>
            <a:ext cx="5879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Суть продукта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84648" y="1444752"/>
            <a:ext cx="5879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Поиск команд не по резюме и статусам, а по стеку, ролям и конкретным навыкам.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83480" y="2240280"/>
            <a:ext cx="294436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2240280"/>
            <a:ext cx="73152" cy="1143000"/>
          </a:xfrm>
          <a:prstGeom prst="rect">
            <a:avLst/>
          </a:prstGeom>
          <a:solidFill>
            <a:srgbClr val="2F9B66"/>
          </a:solidFill>
          <a:ln w="12700">
            <a:solidFill>
              <a:srgbClr val="2F9B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4648" y="23865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Для капитана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84648" y="27706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Создать проект, описать стек и получить релевантные отклики.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75320" y="224028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240280"/>
            <a:ext cx="73152" cy="1143000"/>
          </a:xfrm>
          <a:prstGeom prst="rect">
            <a:avLst/>
          </a:prstGeom>
          <a:solidFill>
            <a:srgbClr val="DE7D2A"/>
          </a:solidFill>
          <a:ln w="12700">
            <a:solidFill>
              <a:srgbClr val="DE7D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2386584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Для участника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76488" y="2770632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Найти проект под свой стек и отправить заявку за один сценарий.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83480" y="40690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77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83480" y="4507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MVP-модулей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66560" y="40690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77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4507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проверок backend suite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549640" y="40690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77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549640" y="4507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задач финального спринта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332720" y="40690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77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332720" y="4507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единый демо-сценарий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" y="6355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1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Факты синхронизированы с README, test-plan и текущим кодом репозитория.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1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7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ПРОБЛЕМА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Слепой поиск тормозит сбор команды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783080"/>
            <a:ext cx="64922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Капитаны проектов и участники тратят время на шум: чаты, нерелевантные отклики и непонятный стек.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743200"/>
            <a:ext cx="73152" cy="1417320"/>
          </a:xfrm>
          <a:prstGeom prst="rect">
            <a:avLst/>
          </a:prstGeom>
          <a:solidFill>
            <a:srgbClr val="D45573"/>
          </a:solidFill>
          <a:ln w="12700">
            <a:solidFill>
              <a:srgbClr val="D455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88950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Капитан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3273552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Нужны люди под конкретные роли, но входящий поток не отфильтрован по реальным навыкам.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27432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743200"/>
            <a:ext cx="73152" cy="1417320"/>
          </a:xfrm>
          <a:prstGeom prst="rect">
            <a:avLst/>
          </a:prstGeom>
          <a:solidFill>
            <a:srgbClr val="DE7D2A"/>
          </a:solidFill>
          <a:ln w="12700">
            <a:solidFill>
              <a:srgbClr val="DE7D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88950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Junior-участник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81728" y="3273552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Сложно найти проект, где нужен его текущий стек и можно быстро включиться.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0" y="27432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743200"/>
            <a:ext cx="73152" cy="1417320"/>
          </a:xfrm>
          <a:prstGeom prst="rect">
            <a:avLst/>
          </a:prstGeom>
          <a:solidFill>
            <a:srgbClr val="48A7FF"/>
          </a:solidFill>
          <a:ln w="12700">
            <a:solidFill>
              <a:srgbClr val="48A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288950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Middle/Senior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30768" y="3273552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Хочет видеть стек и контекст проекта, а не абстрактные требования.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77440" y="5120640"/>
            <a:ext cx="7406640" cy="0"/>
          </a:xfrm>
          <a:prstGeom prst="line">
            <a:avLst/>
          </a:prstGeom>
          <a:noFill/>
          <a:ln w="25400">
            <a:solidFill>
              <a:srgbClr val="DDE1E6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011680" y="54132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Цель MVP: сократить путь от идеи проекта до первого релевантного отклика.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1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7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РЕШЕНИЕ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Матчинг вокруг навыков и проектных ролей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783080"/>
            <a:ext cx="64922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Teamnova соединяет профиль участника, карточку проекта, поиск и заявки в один короткий пользовательский путь.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077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77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Профиль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Имя, описание и навыки участника становятся основой поиска.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 rot="5400000">
            <a:off x="3163824" y="3593592"/>
            <a:ext cx="164592" cy="164592"/>
          </a:xfrm>
          <a:prstGeom prst="triangle">
            <a:avLst/>
          </a:prstGeom>
          <a:solidFill>
            <a:srgbClr val="48A7FF"/>
          </a:solidFill>
          <a:ln w="12700">
            <a:solidFill>
              <a:srgbClr val="48A7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274320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9077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77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03320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Проект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3320" y="384048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Капитан описывает идею, стек и роли для найма.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 rot="5400000">
            <a:off x="5952744" y="3593592"/>
            <a:ext cx="164592" cy="164592"/>
          </a:xfrm>
          <a:prstGeom prst="triangle">
            <a:avLst/>
          </a:prstGeom>
          <a:solidFill>
            <a:srgbClr val="48A7FF"/>
          </a:solidFill>
          <a:ln w="12700">
            <a:solidFill>
              <a:srgbClr val="48A7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74320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9077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77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Поиск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384048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Единая строка ищет по стеку, ролям, описанию и навыкам.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 rot="5400000">
            <a:off x="8741664" y="3593592"/>
            <a:ext cx="164592" cy="164592"/>
          </a:xfrm>
          <a:prstGeom prst="triangle">
            <a:avLst/>
          </a:prstGeom>
          <a:solidFill>
            <a:srgbClr val="48A7FF"/>
          </a:solidFill>
          <a:ln w="12700">
            <a:solidFill>
              <a:srgbClr val="48A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274320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29077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77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81160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Заявка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81160" y="384048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Участник откликается, владелец принимает или отклоняет.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1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7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Реализован полный рабочий цикл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783080"/>
            <a:ext cx="64922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Функциональность закрывает базовый сценарий защиты без лишних модулей.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10378440" cy="438912"/>
          </a:xfrm>
          <a:prstGeom prst="roundRect">
            <a:avLst>
              <a:gd name="adj" fmla="val 8333"/>
            </a:avLst>
          </a:prstGeom>
          <a:solidFill>
            <a:srgbClr val="EEF0F3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5237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Идентификация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0" y="252374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Регистрация, логин, access/refresh-сессии, protected routes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822960" y="3044952"/>
            <a:ext cx="103784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1455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Профиль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0" y="3145536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Описание, навыки, прогресс заполнения, quick update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822960" y="3666744"/>
            <a:ext cx="10378440" cy="438912"/>
          </a:xfrm>
          <a:prstGeom prst="roundRect">
            <a:avLst>
              <a:gd name="adj" fmla="val 8333"/>
            </a:avLst>
          </a:prstGeom>
          <a:solidFill>
            <a:srgbClr val="EEF0F3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767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Проекты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0" y="37673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карточек с названием, идеей, стеком и ролями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22960" y="4288536"/>
            <a:ext cx="103784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389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Поиск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0" y="438912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Проекты и пользователи по ключевым словам и навыкам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822960" y="4910328"/>
            <a:ext cx="10378440" cy="438912"/>
          </a:xfrm>
          <a:prstGeom prst="roundRect">
            <a:avLst>
              <a:gd name="adj" fmla="val 8333"/>
            </a:avLst>
          </a:prstGeom>
          <a:solidFill>
            <a:srgbClr val="EEF0F3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010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Заявки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0400" y="501091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Отклик участника и решение владельца проекта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685800" y="6355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1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соответствует docs/README.md и src/shared/api/contracts.ts.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1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7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АРХИТЕКТУРА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+ Fastify + PostgreSQL/Redis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783080"/>
            <a:ext cx="64922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Фронтенд и backend используют общий TypeScript-контракт, а mock-режим поддерживает стабильный демо-сценарий.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60320"/>
            <a:ext cx="73152" cy="1234440"/>
          </a:xfrm>
          <a:prstGeom prst="rect">
            <a:avLst/>
          </a:prstGeom>
          <a:solidFill>
            <a:srgbClr val="48A7FF"/>
          </a:solidFill>
          <a:ln w="12700">
            <a:solidFill>
              <a:srgbClr val="48A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706624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3090672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React, TypeScript, React Router, CSS. Protected routes и AppShell для рабочих экранов.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03320" y="25603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2560320"/>
            <a:ext cx="73152" cy="1234440"/>
          </a:xfrm>
          <a:prstGeom prst="rect">
            <a:avLst/>
          </a:prstGeom>
          <a:solidFill>
            <a:srgbClr val="2F9B66"/>
          </a:solidFill>
          <a:ln w="12700">
            <a:solidFill>
              <a:srgbClr val="2F9B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4488" y="2706624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contract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04488" y="3090672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src/shared/api: httpApi и mockApi реализуют один интерфейс клиента.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83680" y="25603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560320"/>
            <a:ext cx="73152" cy="1234440"/>
          </a:xfrm>
          <a:prstGeom prst="rect">
            <a:avLst/>
          </a:prstGeom>
          <a:solidFill>
            <a:srgbClr val="DE7D2A"/>
          </a:solidFill>
          <a:ln w="12700">
            <a:solidFill>
              <a:srgbClr val="DE7D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4848" y="2706624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84848" y="3090672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Node.js, Fastify, Drizzle. REST-маршруты auth/profile/projects/search/applications.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464040" y="256032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64040" y="2560320"/>
            <a:ext cx="73152" cy="1234440"/>
          </a:xfrm>
          <a:prstGeom prst="rect">
            <a:avLst/>
          </a:prstGeom>
          <a:solidFill>
            <a:srgbClr val="D45573"/>
          </a:solidFill>
          <a:ln w="12700">
            <a:solidFill>
              <a:srgbClr val="D455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65208" y="270662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65208" y="3090672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для данных, Redis для refresh/rate-limit.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01568" y="3182112"/>
            <a:ext cx="256032" cy="0"/>
          </a:xfrm>
          <a:prstGeom prst="line">
            <a:avLst/>
          </a:prstGeom>
          <a:noFill/>
          <a:ln w="25400">
            <a:solidFill>
              <a:srgbClr val="48A7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81928" y="3182112"/>
            <a:ext cx="256032" cy="0"/>
          </a:xfrm>
          <a:prstGeom prst="line">
            <a:avLst/>
          </a:prstGeom>
          <a:noFill/>
          <a:ln w="25400">
            <a:solidFill>
              <a:srgbClr val="48A7F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62288" y="3182112"/>
            <a:ext cx="256032" cy="0"/>
          </a:xfrm>
          <a:prstGeom prst="line">
            <a:avLst/>
          </a:prstGeom>
          <a:noFill/>
          <a:ln w="25400">
            <a:solidFill>
              <a:srgbClr val="48A7F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325880" y="4572000"/>
            <a:ext cx="9509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5880" y="4572000"/>
            <a:ext cx="73152" cy="731520"/>
          </a:xfrm>
          <a:prstGeom prst="rect">
            <a:avLst/>
          </a:prstGeom>
          <a:solidFill>
            <a:srgbClr val="2477B8"/>
          </a:solidFill>
          <a:ln w="12700">
            <a:solidFill>
              <a:srgbClr val="2477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27048" y="4718304"/>
            <a:ext cx="9125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5 fix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27048" y="5102352"/>
            <a:ext cx="9125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Восстановление сессии перенесено в единый API contract: httpApi использует /api/auth/refresh, mockApi восстанавливает активную mock-сессию из localStorage.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1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7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ДЕМО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Один сценарий показывает ценность MVP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783080"/>
            <a:ext cx="64922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Путь можно пройти в mock-режиме для защиты или через backend на опубликованном стенде.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40280"/>
            <a:ext cx="73152" cy="960120"/>
          </a:xfrm>
          <a:prstGeom prst="rect">
            <a:avLst/>
          </a:prstGeom>
          <a:solidFill>
            <a:srgbClr val="48A7FF"/>
          </a:solidFill>
          <a:ln w="12700">
            <a:solidFill>
              <a:srgbClr val="48A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386584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Капитан регистрируется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2770632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Шаг подтверждается через текущий UI.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2240280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240280"/>
            <a:ext cx="73152" cy="960120"/>
          </a:xfrm>
          <a:prstGeom prst="rect">
            <a:avLst/>
          </a:prstGeom>
          <a:solidFill>
            <a:srgbClr val="2F9B66"/>
          </a:solidFill>
          <a:ln w="12700">
            <a:solidFill>
              <a:srgbClr val="2F9B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386584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Создает проект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81728" y="2770632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Шаг подтверждается через текущий UI.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75320" y="2240280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2240280"/>
            <a:ext cx="73152" cy="960120"/>
          </a:xfrm>
          <a:prstGeom prst="rect">
            <a:avLst/>
          </a:prstGeom>
          <a:solidFill>
            <a:srgbClr val="48A7FF"/>
          </a:solidFill>
          <a:ln w="12700">
            <a:solidFill>
              <a:srgbClr val="48A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76488" y="2386584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Участник заполняет профиль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76488" y="2770632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Навык участника становится поисковым сигналом.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4041648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041648"/>
            <a:ext cx="73152" cy="960120"/>
          </a:xfrm>
          <a:prstGeom prst="rect">
            <a:avLst/>
          </a:prstGeom>
          <a:solidFill>
            <a:srgbClr val="2F9B66"/>
          </a:solidFill>
          <a:ln w="12700">
            <a:solidFill>
              <a:srgbClr val="2F9B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418795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Ищет проект по React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6968" y="457200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Шаг подтверждается через текущий UI.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80560" y="4041648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4041648"/>
            <a:ext cx="73152" cy="960120"/>
          </a:xfrm>
          <a:prstGeom prst="rect">
            <a:avLst/>
          </a:prstGeom>
          <a:solidFill>
            <a:srgbClr val="48A7FF"/>
          </a:solidFill>
          <a:ln w="12700">
            <a:solidFill>
              <a:srgbClr val="48A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418795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Отправляет заявку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81728" y="457200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Шаг подтверждается через текущий UI.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75320" y="4041648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5320" y="4041648"/>
            <a:ext cx="73152" cy="960120"/>
          </a:xfrm>
          <a:prstGeom prst="rect">
            <a:avLst/>
          </a:prstGeom>
          <a:solidFill>
            <a:srgbClr val="2F9B66"/>
          </a:solidFill>
          <a:ln w="12700">
            <a:solidFill>
              <a:srgbClr val="2F9B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76488" y="418795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Капитан принимает решение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76488" y="457200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Владелец видит кандидата, сообщение и навыки.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1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7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Финальный gate закрывает код, сценарий и релиз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783080"/>
            <a:ext cx="64922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Проверки разделены на быстрые контрактные тесты, backend suite, production build и browser smoke.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F9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9077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run test:frontend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971800" y="2468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F9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971800" y="29077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run build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120640" y="2468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F9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0" y="29077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run lint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269480" y="2468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E7D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31/80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69480" y="29077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локально: Docker suites skipped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840480"/>
            <a:ext cx="73152" cy="1097280"/>
          </a:xfrm>
          <a:prstGeom prst="rect">
            <a:avLst/>
          </a:prstGeom>
          <a:solidFill>
            <a:srgbClr val="48A7FF"/>
          </a:solidFill>
          <a:ln w="12700">
            <a:solidFill>
              <a:srgbClr val="48A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986784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added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4370832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mockApi.restoreSession защищает восстановление активной mock-сессии после перезагрузки клиента.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63640" y="384048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840480"/>
            <a:ext cx="73152" cy="1097280"/>
          </a:xfrm>
          <a:prstGeom prst="rect">
            <a:avLst/>
          </a:prstGeom>
          <a:solidFill>
            <a:srgbClr val="2F9B66"/>
          </a:solidFill>
          <a:ln w="12700">
            <a:solidFill>
              <a:srgbClr val="2F9B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3986784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Browser smoke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64808" y="4370832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Прямой переход на /projects/new больше не выкидывает пользователя на /login в mock-демо.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6355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1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Полный список gate: docs/test-plan.md и docs/testing/SPRINT5_TEST_CHECKLIST.md.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1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7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ДЕПЛОЙ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Репозиторий готов к публикации через Docker/Nginx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783080"/>
            <a:ext cx="64922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Финальная публикация зависит от доступов к VDS/DNS; в коде подготовлен контейнерный путь запуска.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60320"/>
            <a:ext cx="73152" cy="1188720"/>
          </a:xfrm>
          <a:prstGeom prst="rect">
            <a:avLst/>
          </a:prstGeom>
          <a:solidFill>
            <a:srgbClr val="48A7FF"/>
          </a:solidFill>
          <a:ln w="12700">
            <a:solidFill>
              <a:srgbClr val="48A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70662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309067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run build собирает frontend, backend собирается отдельно через npm run build:backend.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51960" y="256032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2560320"/>
            <a:ext cx="73152" cy="1188720"/>
          </a:xfrm>
          <a:prstGeom prst="rect">
            <a:avLst/>
          </a:prstGeom>
          <a:solidFill>
            <a:srgbClr val="2F9B66"/>
          </a:solidFill>
          <a:ln w="12700">
            <a:solidFill>
              <a:srgbClr val="2F9B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270662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53128" y="309067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Postgres, Redis, API и frontend/Nginx описаны в docker/docker-compose.yml.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80960" y="256032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2560320"/>
            <a:ext cx="73152" cy="1188720"/>
          </a:xfrm>
          <a:prstGeom prst="rect">
            <a:avLst/>
          </a:prstGeom>
          <a:solidFill>
            <a:srgbClr val="DE7D2A"/>
          </a:solidFill>
          <a:ln w="12700">
            <a:solidFill>
              <a:srgbClr val="DE7D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82128" y="270662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Runtime checks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82128" y="309067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/healthz, /readyz, SPA fallback и основной пользовательский сценарий.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28800" y="4572000"/>
            <a:ext cx="8458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4572000"/>
            <a:ext cx="73152" cy="713232"/>
          </a:xfrm>
          <a:prstGeom prst="rect">
            <a:avLst/>
          </a:prstGeom>
          <a:solidFill>
            <a:srgbClr val="D45573"/>
          </a:solidFill>
          <a:ln w="12700">
            <a:solidFill>
              <a:srgbClr val="D455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29968" y="4718304"/>
            <a:ext cx="8074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Ограничение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29968" y="5102352"/>
            <a:ext cx="807415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 текущей среды teamnova.tw1.su не резолвится, поэтому финальная DNS/hosting-проверка требует внешнего доступа.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1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7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готов к финальной сдаче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783080"/>
            <a:ext cx="64922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Сайт доведен до состояния защиты: рабочий сценарий, темно-фиолетовый UI, QA-доки, release checklist и презентация.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4754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23160"/>
            <a:ext cx="73152" cy="987552"/>
          </a:xfrm>
          <a:prstGeom prst="rect">
            <a:avLst/>
          </a:prstGeom>
          <a:solidFill>
            <a:srgbClr val="2F9B66"/>
          </a:solidFill>
          <a:ln w="12700">
            <a:solidFill>
              <a:srgbClr val="2F9B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569464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Функциональность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2953512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Auth, профиль, проекты, поиск и заявки закрывают MVP по кейсу.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2423160"/>
            <a:ext cx="4754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2423160"/>
            <a:ext cx="73152" cy="987552"/>
          </a:xfrm>
          <a:prstGeom prst="rect">
            <a:avLst/>
          </a:prstGeom>
          <a:solidFill>
            <a:srgbClr val="48A7FF"/>
          </a:solidFill>
          <a:ln w="12700">
            <a:solidFill>
              <a:srgbClr val="48A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2569464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Дизайн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73368" y="2953512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Все пользовательские маршруты приведены к темно-фиолетовому Teamnova-стилю.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4754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840480"/>
            <a:ext cx="73152" cy="987552"/>
          </a:xfrm>
          <a:prstGeom prst="rect">
            <a:avLst/>
          </a:prstGeom>
          <a:solidFill>
            <a:srgbClr val="DE7D2A"/>
          </a:solidFill>
          <a:ln w="12700">
            <a:solidFill>
              <a:srgbClr val="DE7D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986784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Документы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4370832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README, test-plan, status, checklist и презентация синхронизированы.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2200" y="3840480"/>
            <a:ext cx="4754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840480"/>
            <a:ext cx="73152" cy="987552"/>
          </a:xfrm>
          <a:prstGeom prst="rect">
            <a:avLst/>
          </a:prstGeom>
          <a:solidFill>
            <a:srgbClr val="D45573"/>
          </a:solidFill>
          <a:ln w="12700">
            <a:solidFill>
              <a:srgbClr val="D455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3986784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Публикация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73368" y="4370832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Код готов к Docker/Nginx-публикации; DNS/hosting проверяется только при наличии внешнего доступа.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77640" y="5715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TEAMNOVA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1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7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ФИНАЛЬНЫЙ GATE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 перед сдачей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783080"/>
            <a:ext cx="64922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Финальная версия проверяется двумя автоматическими прогонами и двумя ручными MVP-cycle.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4754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23160"/>
            <a:ext cx="73152" cy="987552"/>
          </a:xfrm>
          <a:prstGeom prst="rect">
            <a:avLst/>
          </a:prstGeom>
          <a:solidFill>
            <a:srgbClr val="2F9B66"/>
          </a:solidFill>
          <a:ln w="12700">
            <a:solidFill>
              <a:srgbClr val="2F9B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569464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MVP-cycle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2953512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 создает проект, User B находит и подает заявку, User A принимает или отклоняет.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2423160"/>
            <a:ext cx="4754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2423160"/>
            <a:ext cx="73152" cy="987552"/>
          </a:xfrm>
          <a:prstGeom prst="rect">
            <a:avLst/>
          </a:prstGeom>
          <a:solidFill>
            <a:srgbClr val="48A7FF"/>
          </a:solidFill>
          <a:ln w="12700">
            <a:solidFill>
              <a:srgbClr val="48A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2569464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Автотесты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73368" y="2953512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Frontend, backend, build, backend build, lint и db generate без новых регрессий.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4754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840480"/>
            <a:ext cx="73152" cy="987552"/>
          </a:xfrm>
          <a:prstGeom prst="rect">
            <a:avLst/>
          </a:prstGeom>
          <a:solidFill>
            <a:srgbClr val="DE7D2A"/>
          </a:solidFill>
          <a:ln w="12700">
            <a:solidFill>
              <a:srgbClr val="DE7D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986784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Маршруты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4370832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refresh: /home, /profile, /search, /requests, /projects/new.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2200" y="3840480"/>
            <a:ext cx="4754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840480"/>
            <a:ext cx="73152" cy="987552"/>
          </a:xfrm>
          <a:prstGeom prst="rect">
            <a:avLst/>
          </a:prstGeom>
          <a:solidFill>
            <a:srgbClr val="D45573"/>
          </a:solidFill>
          <a:ln w="12700">
            <a:solidFill>
              <a:srgbClr val="D455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3986784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73368" y="4370832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4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Код deployment-ready; внешний DNS/домен проверяется отдельно при наличии доступа.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77640" y="5715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TEAMNOVA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1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Teamnova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Teamnova Final Sprint 5</dc:title>
  <dc:subject>Sprint 5 final presentation</dc:subject>
  <dc:creator>Teamnova</dc:creator>
  <cp:lastModifiedBy>Teamnova</cp:lastModifiedBy>
  <cp:revision>1</cp:revision>
  <dcterms:created xsi:type="dcterms:W3CDTF">2026-05-16T10:02:28Z</dcterms:created>
  <dcterms:modified xsi:type="dcterms:W3CDTF">2026-05-16T10:02:28Z</dcterms:modified>
</cp:coreProperties>
</file>